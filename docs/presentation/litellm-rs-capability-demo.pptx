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up for 15 seconds, no more. One sentence: 'I want to show you something I built solo — a gateway that sits between our teams and AI providers.' Subtext to land without saying it: this is a finished, running system, not a proposal. Do NOT open with your bio — the author/workshop context lands better at the end, after they've seen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terms, not tech terms. The story to tell: a team ships a prototype, usage quietly grows, and one month the provider invoice spikes — and nobody can say which team, app, or script caused it. Attribution-free billing is the universal failure mode of shared keys. CAPABILITY SUBTEXT (say this out loud, briefly): 'I deliberately picked an unglamorous infrastructure problem instead of building another chatbot demo — this is the layer every AI project ends up needing.' Problem selection is the first judgment signal. Keep this slide under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trade-offs slide in disguise — the strongest capability signal in the room. Walk the diagram in one sentence, then spend the time on the three decisions, WITH REASONS: (1) Passthrough over an adapter layer — I kept the OpenAI wire format so client SDKs work unchanged and streaming has zero translation overhead. (2) Monolith over microservices — deliberate right-sizing, not resume-driven architecture. I know the service-mesh version; I chose not to build it yet. (3) Key security done the production way even though nobody asked. One line max on the stack: 'single Rust binary, tiny footprint, cheap to run' — that's the manager translation of the tech choice. Save 'why Rust' details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RUN-SHEET (rehearse twice, time-box to 4 minutes):
PREP: gateway running locally; dashboard open in tab 1; terminal with the request script ready in tab 2; a key pre-created as backup; screen recording of the full demo as fallback (Murphy's law applies to live demos in front of directors).
Beat 1 (45s): create key 'demo-team', budget $1, 10 RPM. Say: 'the provider key is encrypted at rest — teams never see it.'
Beat 2 (45s): run a chat completion with the standard OpenAI SDK pointed at the gateway. Let the stream render — movement holds attention.
Beat 3 (45s): refresh the dashboard, show tokens + cost attributed to demo-team. Say: 'every rupee, attributed.'
Beat 4 (60s): loop requests until the budget cap rejects. Show the clean 4xx with the reason. PAUSE HERE — this is the moment the room understands the product.
If anything breaks: switch to the recording without apologizing. 'Let me show you the captured run' — keep momentum.
CAPABILITY SUBTEXT: the admin UI is exhibit A that this is full-stack solo work — backend, security model, AND the dashboard. The dashboard is Rust compiled to WebAssembly; if that raises eyebrows, note you've shipped the same patterns in React/Node — the choice was deliberate,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systems-thinking exhibit, not a roadmap plea. The caption to deliver: 'I know exactly where this sits in the full platform landscape — I built against a published reference architecture and chose the foundation layer first.' The PLANNED and FUTURE rows are DELIBERATE SCOPING, and say so — deliberately not building something is a capability signal, but only if you show you know it exists. GUARDRAILS ROW: for a fintech audience, pause here — 'policy enforcement on every request, with an audit trail, is table stakes for regulated data; it slots in as gateway middleware, exactly where the key checks already run.' If they want depth, jump to appendix slide 9. PLAYGROUND ROW: one sentence — 'a Test tab in the dashboard: mint a key, send a prompt, watch spend tick — onboarding a team becomes a five-minute self-serve flow.' It's small (about a day: the dashboard and proxy share one origin, so it reuses the existing key pipeline end to end) but it's the feature that makes the product feel finished. Fold the honest-limits line in without a dedicated slide: 'the rate limiter is single-node today; the multi-node design is understood.' One sentence, move on. First row is your differentiator: the key-lifecycle layer is the part the reference book hand-waves and off-the-shelf proxies do shallowly — you built it deepest.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these as capabilities a director can repeat to THEIR boss — that's the test of the slide. Guardrails is now first and highlighted for the fintech context: it slots in as gateway middleware exactly where key checks already run, and appendix slide 9 shows the full request flow with both checkpoints if anyone wants depth. Deliver the sequencing logic out loud: 'guardrails first because policy enforcement with an audit trail is table stakes for regulated data; failover second because the pricing table makes it cheap; tracing third because that's where AI quality gets debugged; the platform surface only when a real team is pulling for it.' Tracing/eval/experimentation remains your strongest personal differentiator — the pipeline to say out loud: 'traces capture what happened, evals score it, experiments compare variants — you can't A/B test prompts or models without the first two, so they build in that order.' If the conversation goes anywhere after this meeting, steer follow-ups toward rows one and three together: guardrail verdicts ARE trace events, so the two build into one system. Sequencing-with-reasons is another judgment display. Under two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'thank you for your time,' deliver the one-line recap, and — since the ask is no longer on the slide — carry it verbally if the room is warm: 'happy to go deeper with anyone curious.' Then stop talking.
The takeaways you WANT the room to conclude (never claim them out loud — let the work say it): problem selection (the unglamorous layer, not another chatbot), trade-off reasoning (passthrough / monolith / security chosen with intent), finish quality (backend + security + UI, one person), and systems view (scoped against a full reference architecture on purpose).
If it fits naturally in Q&amp;A, one sentence of context: 'I also write and run workshops on agent architectures' — as an aside, not a credential recital.
Q&amp;A PREP — the three questions this audience will ask:
1. WHY RUST? 'Performance and correctness where money flows through the hot path. I work daily in React/Node too; the patterns transfer.'
2. WHY NOT JUST USE LITELLM / AN OFF-THE-SHELF PROXY? 'The multi-tenant key lifecycle is exactly the layer those tools do shallowly — and because I implemented the internals, I can extend and debug them. Self-hosted also means provider keys never leave our infrastructure.'
3. HOW LONG DID THIS TAKE? Have an honest number ready — don't inflate or deflect.
If asked about production-readiness: single-node limiter and alerting-free budgets are the two known gaps; both have understood designs.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do not present unprompted. Jump here when asked: 'what does the full platform look like?' (twin of the slide-5 coverage map) or 'why one binary instead of microservices?' (follow-up to slide 3).
Frame it as THE BLUEPRINT, not the plan — you are not promising five modules of unbuilt work. Talking points: each module maps 1:1 to a service in the published reference architecture; the reference's gRPC contracts become Rust traits, so the interface discipline is identical but calls are in-process (microseconds, no serialization); one Postgres with pgvector instead of per-service databases; and the escape hatch — because every module already speaks a contract, any one of them can be extracted to a real network service later without changing callers. Deliberate right-sizing with the scaling path priced in.
If pressed on what the monolith gives up: independent scaling and independent deploys — and the one genuine exception is tool execution, which wants subprocess/WASM sandboxing even inside a single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jump here on the security / safety / compliance question ('what stops the AI from doing something bad?', 'can we audit what happened?'). For directors this is often the stronger appendix.
Talking points, in order: (1) INPUT CHECK runs before any work or spend — a blocked request never reaches retrieval, which is how you stop prompt injection from escalating into data exfiltration via RAG. (2) OUTPUT CHECK scans the token stream with a small buffer window (you can't unsend a token) — a modest time-to-first-token cost for the ability to redact or kill a response mid-stream. Be honest about that trade-off. (3) THIRD CHECKPOINT hides in the model step: when the model emits a tool call, policy runs between intent and execution — the highest-stakes gate, since it guards actions, not words. (4) AUDITABILITY: every verdict — pass, redact, block, and why — lands in the trace via the observability channel. Guardrails are debuggable, not a black box.
The monolith argument at its sharpest: in a service mesh each checkpoint is a network hop, creating pressure to skip checks for latency. In-process, each check is a trait call — microseconds — so running all three on every request is affordable by default. The architecture's economics decide the security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jump here when someone asks 'how do teams integrate?' or 'what does client code look like?' The answer is the slide's title: any OpenAI SDK, two lines changed — apiKey and baseURL. No custom SDK to maintain, no lock-in for app teams.
This is also your beat-2 demo reference: run the Node version in a pre-built CodeSandbox or the Python version in Google Colab — both execute server-side, so no CORS variables on demo day. In Colab, keep the key in Colab Secrets (userdata.get) rather than pasting it into a visible cell while projecting.
If asked about other languages: anything with an OpenAI-compatible client works — Java (openai-java), Go, Rust — because the gateway preserves the wire format end to end. That's the payoff of the passthrough decision from slide 3.
ZERO-TOOL FALLBACK / ALTERNATE BEAT 2: the deployed Swagger UI at https://litellm-rs-43r6l.ondigitalocean.app/api/swagger-ui/ — click Authorize, paste the key, Try it out on /v1/chat/completions with stream:false. Documented 401/402/429 responses are visible on the page, so beat 4's rejection reads as designed behavior, not a crash. Swagger buffers SSE, so keep streaming demos in Colab/CodeSandbox.
COPY-PASTE: SWAGGER TRY-IT-OUT BODIES
/v1/chat/completions: {"model":"gpt-4o-mini","messages":[{"role":"user","content":"In one line: why do API gateways matter?"}],"stream":false,"max_tokens":100}
/v1/completions: {"model":"gpt-3.5-turbo-instruct","prompt":"Write a one-line haiku about rate limits:","stream":false,"max_tokens":60}
/v1/embeddings: {"model":"text-embedding-3-small","input":"litellm-rs: keys, budgets, limits, attribution"}
/v1/responses: {"model":"gpt-4o-mini","input":"In one line: what does a budget cap protect against?","max_output_tokens":100}
/v1/models: GET, no body — Authorize and execute.
================ COPY-PASTE: NODE.JS (npm install openai) ================
import OpenAI from "openai";
const client = new OpenAI({
  apiKey: "sk-...",
  baseURL: "https://litellm-rs-43r6l.ondigitalocean.app/v1",
});
const stream = await client.chat.completions.create({
  model: "gpt-4o-mini",
  messages: [{ role: "user", content: "Hello" }],
  stream: true,
  stream_options: { include_usage: true },
});
for await (const chunk of stream) {
  process.stdout.write(chunk.choices[0]?.delta?.content ?? "");
  if (chunk.usage) console.log(`\n[usage] ${chunk.usage.total_tokens} tokens`);
}
================ COPY-PASTE: PYTHON (pip install openai) ================
from openai import OpenAI
client = OpenAI(
    api_key="sk-...",
    base_url="https://litellm-rs-43r6l.ondigitalocean.app/v1",
)
stream = client.chat.completions.create(
    model="gpt-4o-mini",
    messages=[{"role": "user", "content": "Hello"}],
    stream=True,
    stream_options={"include_usage": True},
)
for chunk in stream:
    if chunk.choices and chunk.choices[0].delta.content:
        print(chunk.choices[0].delta.content, end="", flush=True)
    if chunk.usage:
        print(f"\n[usage] {chunk.usage.total_tokens} tokens")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litellm-rs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self-hosted AI gateway in Rust — keys, budgets, limits, and attribution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team that touches a model.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Siva Krishna Karasala  ·  github.com/sivakarasala/litellm-rs  ·  litellm-rs-43r6l.ondigitalocean.app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invoice nobody can explain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teams share raw provider API keys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FBED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12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attribution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0906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key, one lump-sum invoice. Nobody can say which team, app, or script spent what.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65960"/>
            <a:ext cx="566928" cy="566928"/>
          </a:xfrm>
          <a:prstGeom prst="ellipse">
            <a:avLst/>
          </a:prstGeom>
          <a:solidFill>
            <a:srgbClr val="FBED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1122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limits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0906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misconfigured batch job or a runaway loop can burn through the monthly budget before anyone notices.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965960"/>
            <a:ext cx="566928" cy="566928"/>
          </a:xfrm>
          <a:prstGeom prst="ellipse">
            <a:avLst/>
          </a:prstGeom>
          <a:solidFill>
            <a:srgbClr val="FBED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122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keys, shared risk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30906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lives in a dozen .env files. One leak means rotating everything, everywhere, at once.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gateway between every team and every provider — every request keyed, metered, and capped.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5506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apps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language,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OpenAI SDK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2034540"/>
            <a:ext cx="68580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1344168"/>
            <a:ext cx="2651760" cy="1380744"/>
          </a:xfrm>
          <a:prstGeom prst="roundRect">
            <a:avLst>
              <a:gd name="adj" fmla="val 3974"/>
            </a:avLst>
          </a:prstGeom>
          <a:solidFill>
            <a:srgbClr val="1C191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5544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litellm-rs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keys · budgets · rate limits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metering · admin UI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2034540"/>
            <a:ext cx="68580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150876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65506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DeepSeek ·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· GLM · more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deliberate decisions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BEDE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429000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78992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Passthrough, not adapters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9808" y="39136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Provider-native OpenAI wire format end to end. Zero translation tax; streaming stays untouched.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37560" y="32461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BEDE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342900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67912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binary, not microservices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538728" y="39136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for the real load. One Rust binary + Postgres — cheap to run, trivial to deploy.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26480" y="324612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BEDE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429000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56832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done properly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27648" y="39136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argon2-hashed virtual keys, AES-256-GCM provider keys at rest, audit log. Production mindset, not demo mindset.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beats — from a fresh key to the system saying 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01952" cy="2697480"/>
          </a:xfrm>
          <a:prstGeom prst="roundRect">
            <a:avLst>
              <a:gd name="adj" fmla="val 3846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8470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 virtual key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2999232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→ create a scoped key with a budget and rate limit. No provider secret ever leaves the server.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33472" y="1600200"/>
            <a:ext cx="1901952" cy="2697480"/>
          </a:xfrm>
          <a:prstGeom prst="roundRect">
            <a:avLst>
              <a:gd name="adj" fmla="val 3846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98064" y="1755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8470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98064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request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98064" y="2999232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OpenAI SDK call with the new key. Streaming response, live.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18304" y="1600200"/>
            <a:ext cx="1901952" cy="2697480"/>
          </a:xfrm>
          <a:prstGeom prst="roundRect">
            <a:avLst>
              <a:gd name="adj" fmla="val 3846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82896" y="1755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8470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82896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meter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882896" y="2999232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and spend appear against that key in the dashboard — attribution, per request.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03136" y="1600200"/>
            <a:ext cx="1901952" cy="2697480"/>
          </a:xfrm>
          <a:prstGeom prst="roundRect">
            <a:avLst>
              <a:gd name="adj" fmla="val 3846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67728" y="1755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8470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2377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the cap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67728" y="2999232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 the budget → clean, informative rejection. The system enforcing limits is the whole point.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4 is the money shot: a system that says no, gracefully, is the value proposition made visible.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the full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against the reference architecture in Designing AI Systems (Manning, 2026) — I built the foundation layer first, deliberately.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08176"/>
            <a:ext cx="8046720" cy="3886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0817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 &amp; multi-tenant security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49047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4904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32120" y="140817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than the reference — the layer most tools do shallowly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9679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 &amp; per-key budget caps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7909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790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2120" y="179679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Per-request metering with hard enforcement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8046720" cy="3886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8541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(requests + tokens/min)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26771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26771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218541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Single-node today; multi-node on the roadmap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257403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embeddings proxy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265633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65633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2120" y="257403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captured mid-stream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62656"/>
            <a:ext cx="8046720" cy="3886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6265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policy enforcement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04495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C2410C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04495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296265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screening · output checks · audit trail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335127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&amp; cost-aware routing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43357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C2410C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34335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335127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table already in place — the cheap next step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39896"/>
            <a:ext cx="8046720" cy="3886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73989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Tracing, evals &amp; experimentation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382219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C2410C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38221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373989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prompts &amp; models with data, not opinion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412851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playground (dashboard)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89120" y="421081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C2410C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421081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412851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a test key &amp; try it — without leaving the admin UI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17136"/>
            <a:ext cx="8046720" cy="3886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517136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· RAG · tools · workflows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89120" y="4599432"/>
            <a:ext cx="960120" cy="265176"/>
          </a:xfrm>
          <a:prstGeom prst="roundRect">
            <a:avLst>
              <a:gd name="adj" fmla="val 48276"/>
            </a:avLst>
          </a:prstGeom>
          <a:solidFill>
            <a:srgbClr val="78716C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459943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4517136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Known, scoped out — not accidental gaps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I'd take it next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by value, not by novelty.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FBEDE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282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5544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policy enforcement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03120" y="18470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screening, injection defense, and output checks on every request — with audit-ready verdicts. Table stakes for regulated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F5F5F4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6888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6243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2450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failover &amp; smart routing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103120" y="27432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outage? Apps never see it. Requests route by cost and capability — the pricing table this needs already exists.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F5F5F4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3649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5204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33467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Tracing, evals &amp; experimentation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103120" y="363931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traced end to end and scored for quality — then A/B experiments compare prompts and models with data, not opinion.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69664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F5F5F4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426110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Fourth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4165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03120" y="42428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internal platform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103120" y="45354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team onboards in an afternoon: get a key, point the SDK at the gateway, ship.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gateway: keys, budgets, limits, attribution — running today.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069080"/>
            <a:ext cx="7863840" cy="0"/>
          </a:xfrm>
          <a:prstGeom prst="line">
            <a:avLst/>
          </a:prstGeom>
          <a:noFill/>
          <a:ln w="12700">
            <a:solidFill>
              <a:srgbClr val="444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Siva Krishna Karasala  ·  github.com/sivakarasala/litellm-rs  ·  litellm-rs-43r6l.ondigitalocean.app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platform, one Rust binary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35240" y="3840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384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91840" y="896112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apps</a:t>
            </a:r>
            <a:pPr algn="ctr"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any language, OpenAI SDK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18288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1499616"/>
            <a:ext cx="8046720" cy="2578608"/>
          </a:xfrm>
          <a:prstGeom prst="roundRect">
            <a:avLst>
              <a:gd name="adj" fmla="val 3546"/>
            </a:avLst>
          </a:prstGeom>
          <a:solidFill>
            <a:srgbClr val="FAFAF9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ai-platform-rs — single Rust binary (Axum + Tokio, one process, one deploy)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901952"/>
            <a:ext cx="7589520" cy="384048"/>
          </a:xfrm>
          <a:prstGeom prst="roundRect">
            <a:avLst>
              <a:gd name="adj" fmla="val 14286"/>
            </a:avLst>
          </a:prstGeom>
          <a:solidFill>
            <a:srgbClr val="1C191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019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gateway (Axum)</a:t>
            </a:r>
            <a:pPr algn="ctr" indent="0" marL="0">
              <a:buNone/>
            </a:pPr>
            <a:r>
              <a:rPr lang="en-US" sz="9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OpenAI wire format · SSE · virtual keys · rate limits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395728"/>
            <a:ext cx="7589520" cy="292608"/>
          </a:xfrm>
          <a:prstGeom prst="roundRect">
            <a:avLst>
              <a:gd name="adj" fmla="val 15625"/>
            </a:avLst>
          </a:prstGeom>
          <a:solidFill>
            <a:srgbClr val="FB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95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traits — in-process calls, no network hops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816352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" y="33467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· routing · fallbacks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13432" y="2816352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86584" y="33467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fit_context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9624" y="2816352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2776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22776" y="33467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embeddings · pgvector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85816" y="2816352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BEDE6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guardrails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58968" y="33467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 · policy checks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22008" y="2816352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907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eval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3467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· scores · experiments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4078224"/>
            <a:ext cx="0" cy="201168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26480" y="4078224"/>
            <a:ext cx="0" cy="201168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737360" y="42976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</a:t>
            </a:r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sessions · vectors · usage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429768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providers</a:t>
            </a:r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OpenAI · DeepSeek · Qwen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book's gRPC service contracts become Rust traits — any module can be extracted to a network service later without changing callers.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 through the platform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35240" y="3840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384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24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</a:t>
            </a:r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POST /v1/chat/completions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408176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1536192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1C191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361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pPr indent="0" marL="0">
              <a:buNone/>
            </a:pPr>
            <a:r>
              <a:rPr lang="en-US" sz="95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key check · rate limit · trace_id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920240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048256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BEDE6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482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(in)</a:t>
            </a:r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prompt injection · PII · policy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97480" y="2432304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560320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03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service</a:t>
            </a:r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load history · fit_context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2944368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072384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23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</a:t>
            </a:r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embed query · pgvector top-k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97480" y="3456432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584448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844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service</a:t>
            </a:r>
            <a:pPr indent="0" marL="0">
              <a:buNone/>
            </a:pPr>
            <a:r>
              <a:rPr lang="en-US" sz="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assemble · provider call · stream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97480" y="3968496"/>
            <a:ext cx="0" cy="128016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096512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BEDE6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9651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(out)</a:t>
            </a:r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scan stream · redact · block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5537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vetted tokens stream back to the client as SSE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536192"/>
            <a:ext cx="3108960" cy="2999232"/>
          </a:xfrm>
          <a:prstGeom prst="roundRect">
            <a:avLst>
              <a:gd name="adj" fmla="val 2439"/>
            </a:avLst>
          </a:prstGeom>
          <a:solidFill>
            <a:srgbClr val="F5F5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eval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event channel — off the hot path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15000" y="2386584"/>
            <a:ext cx="82296" cy="822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· spans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2807208"/>
            <a:ext cx="82296" cy="822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706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3227832"/>
            <a:ext cx="82296" cy="822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verdicts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648456"/>
            <a:ext cx="82296" cy="822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547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· costs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4069080"/>
            <a:ext cx="82296" cy="822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3968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variants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1728216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64608" y="2240280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64608" y="2752344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64608" y="3264408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64608" y="3776472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64608" y="4288536"/>
            <a:ext cx="603504" cy="0"/>
          </a:xfrm>
          <a:prstGeom prst="line">
            <a:avLst/>
          </a:prstGeom>
          <a:noFill/>
          <a:ln w="9525">
            <a:solidFill>
              <a:srgbClr val="A8A29E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guardrail checkpoints — plus a third gating tool calls inside the model step. Every verdict lands in the trace.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OpenAI SDK, two lines changed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35240" y="38404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384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09160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(Colab-ready)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1C19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50876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OpenAI from "openai";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OpenAI({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 "sk-...",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"https://litellm-rs-43r6l.ondigitalocean.app/v1",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stream = await client.chat.completions.create({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"gpt-4o-mini",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messages: [{ role: "user", content: "Hello" }],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stream: true,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await (const c of stream)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process.stdout.write(c.choices[0]?.delta?.content ?? "");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1C1917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0876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api_key="sk-...",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base_url="https://litellm-rs-43r6l.ondigitalocean.app/v1",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= client.chat.completions.create(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model="gpt-4o-mini",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 "user", "content": "Hello"}],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stream=True,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stream: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print(chunk.choices[0].delta.content or "", end="")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lines are the only change from stock OpenAI usage. </a:t>
            </a:r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— models, streaming, embeddings, error handling — is the standard SDK, in any language.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anywhere server-side: local scripts, CodeSandbox / Replit (Node), Google Colab (Python).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at all: </a:t>
            </a:r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at /api/swagger-ui — Authorize with a key, Try it out (use stream: false), same origin, no CORS.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litellm-rs — Evidence of Capability</dc:title>
  <dc:subject>PptxGenJS Presentation</dc:subject>
  <dc:creator>Siva Krishna Karasala</dc:creator>
  <cp:lastModifiedBy>Siva Krishna Karasala</cp:lastModifiedBy>
  <cp:revision>1</cp:revision>
  <dcterms:created xsi:type="dcterms:W3CDTF">2026-07-06T13:58:02Z</dcterms:created>
  <dcterms:modified xsi:type="dcterms:W3CDTF">2026-07-06T13:58:02Z</dcterms:modified>
</cp:coreProperties>
</file>